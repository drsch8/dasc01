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DBD2A-E353-1335-298E-EF7E4816C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F48B61-190C-58B9-D17C-541883E61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6B959A-2353-A88C-F22E-9910BE85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BC580C-2B7C-9C99-DF3C-013606DA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07DA1-92EC-2FE7-2A2E-6F3FB4A9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21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0FFAB-37FD-9B3F-0E9B-367078AF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37BAA4-8682-901D-AAC7-403C48EE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C4244D-1C38-AC79-6E51-56D06BC7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50794E-1EED-20B1-69FA-8692857D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25669-9101-9EFC-058A-774CF3BE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00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7F01C-4C71-76C6-E76E-A1C6860B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E27500-C707-2A6F-4DB1-A4C6841E5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3B28DC-3581-A4C3-8C29-A25966A4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5F80B2-E161-0217-2F9E-651E1A96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B16FA4-87E6-EA23-6AAA-527B895E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18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B30234-C02B-9B38-EA81-689540CE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19117E-0907-9B90-D803-90580F01F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C09086-92F3-193B-EC3F-AE54F025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B107AD-3D79-383E-E101-0B739587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EBE3E0-4569-AC72-9714-94CB5BC3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69D5ED-02D1-D251-EA3D-3A1F5844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76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67217-9342-0845-8D3F-BC156AED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2E94EF-5ADD-307D-E543-B6389F052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A4DE4D-CF40-2344-474A-1ED197F59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1CABBA-CE8A-5441-9E4C-9FF147298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2E989CD-49B2-1864-73ED-678E3266A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7C5D14-B134-0407-C69F-630B1557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460251D-8258-7425-1626-6B0DF062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74FA01-B262-C964-272D-D651D690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36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82087-35FF-A55F-D35D-B477C94C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A8BEB3-B487-163E-7CCC-29B091E0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55EA7C-5306-0F3C-F56E-3A2BD5C2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2699D3-2AAC-0509-53B6-B2D6664B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55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D5A802-9BBA-F217-1873-CFA6D9EA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D20FEC-630B-8E77-381B-BDD15D68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553FF1-9242-952F-1D8C-B9E057E8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31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02384-F3E5-8FB7-5EC6-336E3F73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376DA9-E9F3-BEC4-87C1-D5C813C4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C7BC08-F458-D858-1E3E-DF5E6DC6E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303359-6217-6199-20C3-78E03C8B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81015C-244B-5B5D-D598-FE283B23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659460-A62E-588B-E2DC-9028E924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0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39AA3-1826-0FCE-0239-7DF16BF3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628EE55-A796-D7AC-7039-CB8643F2E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3E76DA-514A-357E-CD56-3AF6AD96D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8DA8FE-3BD3-8BCB-E3B3-7CFABBD3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7872E8-DA50-5CE6-E8CF-4D67C8FE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2AAD88-2624-5E7E-8006-82827FE2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94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108DD-818C-5643-6014-69EEAF54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C8F8E7-BC88-9718-9DD6-D2437EC87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591F3E-0CE0-572C-7C6C-3590459B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7C7B1D-40A5-F607-B1CE-FF7AB2AA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2106F3-E161-2E3F-57C4-244DF2C6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3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DC24E47-9901-4EC9-B70B-AC3B962A1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FAD309-7879-3005-BB20-359157609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09546-D640-A5E4-477F-5AE572BE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F4A8A7-F0CE-930D-24B0-9783DEA0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8D5F4E-65E7-1B31-394A-0ECE58CF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40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6DBC1A-7E37-E4AE-8964-0249A3DB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3A9C46-19C7-613E-3374-CB9D55521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9DBADA-0A3A-9D5E-56FE-B6A47ABE1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073C0-D20C-CE46-B2F4-7C90438CE5FF}" type="datetimeFigureOut">
              <a:rPr lang="de-DE" smtClean="0"/>
              <a:t>03.04.26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98B38-02B4-C1D8-647D-587160DE2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921AA9-BF14-A25A-768E-3612E3A52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00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34AB2C7-4026-8BA8-B4B6-0CE14AB79A91}"/>
              </a:ext>
            </a:extLst>
          </p:cNvPr>
          <p:cNvGrpSpPr/>
          <p:nvPr/>
        </p:nvGrpSpPr>
        <p:grpSpPr>
          <a:xfrm>
            <a:off x="4259094" y="3478010"/>
            <a:ext cx="942934" cy="942934"/>
            <a:chOff x="4449339" y="2115616"/>
            <a:chExt cx="942934" cy="942934"/>
          </a:xfrm>
        </p:grpSpPr>
        <p:cxnSp>
          <p:nvCxnSpPr>
            <p:cNvPr id="5" name="Gerade Verbindung 4">
              <a:extLst>
                <a:ext uri="{FF2B5EF4-FFF2-40B4-BE49-F238E27FC236}">
                  <a16:creationId xmlns:a16="http://schemas.microsoft.com/office/drawing/2014/main" id="{8F4DEFB4-E7EA-E1E5-6190-29DDDBCD392D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449337" y="2587083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Gerade Verbindung 6">
              <a:extLst>
                <a:ext uri="{FF2B5EF4-FFF2-40B4-BE49-F238E27FC236}">
                  <a16:creationId xmlns:a16="http://schemas.microsoft.com/office/drawing/2014/main" id="{A7812A3C-9A4F-10B5-3DEF-98CA6B3D8F46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4449339" y="2587083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69D753-5F91-C41D-60E5-A4CD4C90BC4B}"/>
                </a:ext>
              </a:extLst>
            </p:cNvPr>
            <p:cNvSpPr/>
            <p:nvPr/>
          </p:nvSpPr>
          <p:spPr>
            <a:xfrm>
              <a:off x="4463604" y="2129883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9124896-A68C-1EA3-D7A0-40FCCC7D9D25}"/>
              </a:ext>
            </a:extLst>
          </p:cNvPr>
          <p:cNvGrpSpPr/>
          <p:nvPr/>
        </p:nvGrpSpPr>
        <p:grpSpPr>
          <a:xfrm>
            <a:off x="5501826" y="2129883"/>
            <a:ext cx="942934" cy="942934"/>
            <a:chOff x="5501826" y="2129883"/>
            <a:chExt cx="942934" cy="942934"/>
          </a:xfrm>
        </p:grpSpPr>
        <p:cxnSp>
          <p:nvCxnSpPr>
            <p:cNvPr id="9" name="Gerade Verbindung 8">
              <a:extLst>
                <a:ext uri="{FF2B5EF4-FFF2-40B4-BE49-F238E27FC236}">
                  <a16:creationId xmlns:a16="http://schemas.microsoft.com/office/drawing/2014/main" id="{71D70D66-F9E3-F4F1-266D-2A2C306100C2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501824" y="2601350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86852193-2A2F-BD36-FA4A-82267B99C00E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5501826" y="2601350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4EA9D90F-C636-8548-FEFE-1241CEF2A44F}"/>
              </a:ext>
            </a:extLst>
          </p:cNvPr>
          <p:cNvCxnSpPr>
            <a:cxnSpLocks/>
          </p:cNvCxnSpPr>
          <p:nvPr/>
        </p:nvCxnSpPr>
        <p:spPr>
          <a:xfrm flipV="1">
            <a:off x="6713345" y="2267972"/>
            <a:ext cx="0" cy="6667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3297064-A34D-2C09-50D0-7A469B7C36B7}"/>
              </a:ext>
            </a:extLst>
          </p:cNvPr>
          <p:cNvCxnSpPr>
            <a:cxnSpLocks/>
          </p:cNvCxnSpPr>
          <p:nvPr/>
        </p:nvCxnSpPr>
        <p:spPr>
          <a:xfrm flipV="1">
            <a:off x="5484940" y="3492277"/>
            <a:ext cx="0" cy="914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 descr="Ein Bild, das Symbol, Logo, Kreis, Schrift enthält.&#10;&#10;KI-generierte Inhalte können fehlerhaft sein.">
            <a:extLst>
              <a:ext uri="{FF2B5EF4-FFF2-40B4-BE49-F238E27FC236}">
                <a16:creationId xmlns:a16="http://schemas.microsoft.com/office/drawing/2014/main" id="{4DEE0C8E-50DC-ABF5-4F32-9389F106D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10" y="2506720"/>
            <a:ext cx="1879600" cy="1879600"/>
          </a:xfrm>
          <a:prstGeom prst="rect">
            <a:avLst/>
          </a:prstGeom>
        </p:spPr>
      </p:pic>
      <p:pic>
        <p:nvPicPr>
          <p:cNvPr id="6" name="Grafik 5" descr="Ein Bild, das Symbol, Logo, Kreis, Grafiken enthält.&#10;&#10;KI-generierte Inhalte können fehlerhaft sein.">
            <a:extLst>
              <a:ext uri="{FF2B5EF4-FFF2-40B4-BE49-F238E27FC236}">
                <a16:creationId xmlns:a16="http://schemas.microsoft.com/office/drawing/2014/main" id="{7B770F2F-12F5-BA7C-2B81-E9EFCA62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61" y="2489200"/>
            <a:ext cx="1879600" cy="1879600"/>
          </a:xfrm>
          <a:prstGeom prst="rect">
            <a:avLst/>
          </a:prstGeom>
        </p:spPr>
      </p:pic>
      <p:pic>
        <p:nvPicPr>
          <p:cNvPr id="13" name="Grafik 12" descr="Ein Bild, das Symbol, Logo, Kreis, Grafiken enthält.&#10;&#10;KI-generierte Inhalte können fehlerhaft sein.">
            <a:extLst>
              <a:ext uri="{FF2B5EF4-FFF2-40B4-BE49-F238E27FC236}">
                <a16:creationId xmlns:a16="http://schemas.microsoft.com/office/drawing/2014/main" id="{F293064B-3DE8-F483-9F6B-E8F45DD47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872" y="1968718"/>
            <a:ext cx="1879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2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Schäfer</dc:creator>
  <cp:lastModifiedBy>David Schäfer</cp:lastModifiedBy>
  <cp:revision>2</cp:revision>
  <dcterms:created xsi:type="dcterms:W3CDTF">2026-04-02T14:00:07Z</dcterms:created>
  <dcterms:modified xsi:type="dcterms:W3CDTF">2026-04-08T06:36:14Z</dcterms:modified>
</cp:coreProperties>
</file>